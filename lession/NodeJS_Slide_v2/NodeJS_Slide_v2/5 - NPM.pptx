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2"/>
  </p:notesMasterIdLst>
  <p:sldIdLst>
    <p:sldId id="256" r:id="rId2"/>
    <p:sldId id="259" r:id="rId3"/>
    <p:sldId id="262" r:id="rId4"/>
    <p:sldId id="347" r:id="rId5"/>
    <p:sldId id="260" r:id="rId6"/>
    <p:sldId id="350" r:id="rId7"/>
    <p:sldId id="362" r:id="rId8"/>
    <p:sldId id="358" r:id="rId9"/>
    <p:sldId id="361" r:id="rId10"/>
    <p:sldId id="298" r:id="rId11"/>
  </p:sldIdLst>
  <p:sldSz cx="9144000" cy="5143500" type="screen16x9"/>
  <p:notesSz cx="6858000" cy="9144000"/>
  <p:embeddedFontLst>
    <p:embeddedFont>
      <p:font typeface="Anonymous Pro" panose="020B0604020202020204" charset="0"/>
      <p:regular r:id="rId13"/>
      <p:bold r:id="rId14"/>
      <p:italic r:id="rId15"/>
      <p:boldItalic r:id="rId16"/>
    </p:embeddedFont>
    <p:embeddedFont>
      <p:font typeface="Coming Soon" panose="020B0604020202020204" charset="0"/>
      <p:regular r:id="rId17"/>
    </p:embeddedFont>
    <p:embeddedFont>
      <p:font typeface="Concert One" pitchFamily="2" charset="0"/>
      <p:regular r:id="rId18"/>
    </p:embeddedFont>
    <p:embeddedFont>
      <p:font typeface="Khmer OS System" panose="02000500000000020004" pitchFamily="2" charset="0"/>
      <p:regular r:id="rId19"/>
    </p:embeddedFont>
    <p:embeddedFont>
      <p:font typeface="Roboto Mono Medium" panose="00000009000000000000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EFD3BA-712F-4097-8564-0424175EBBD8}">
  <a:tblStyle styleId="{43EFD3BA-712F-4097-8564-0424175EB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86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625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302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025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116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0346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853034354b_0_24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853034354b_0_24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6489">
            <a:off x="6092370" y="-1056710"/>
            <a:ext cx="2878009" cy="3364796"/>
          </a:xfrm>
          <a:prstGeom prst="rect">
            <a:avLst/>
          </a:prstGeom>
          <a:noFill/>
          <a:ln>
            <a:noFill/>
          </a:ln>
          <a:effectLst>
            <a:outerShdw blurRad="85725" dist="57150" dir="5400000" algn="bl" rotWithShape="0">
              <a:srgbClr val="000000">
                <a:alpha val="39000"/>
              </a:srgbClr>
            </a:outerShdw>
          </a:effectLst>
        </p:spPr>
      </p:pic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61" r:id="rId5"/>
    <p:sldLayoutId id="2147483669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gif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>
            <a:spLocks noGrp="1"/>
          </p:cNvSpPr>
          <p:nvPr>
            <p:ph type="ctrTitle"/>
          </p:nvPr>
        </p:nvSpPr>
        <p:spPr>
          <a:xfrm>
            <a:off x="1532100" y="171446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accent2"/>
                </a:solidFill>
              </a:rPr>
              <a:t>Node</a:t>
            </a:r>
            <a:r>
              <a:rPr lang="en" sz="5400" dirty="0"/>
              <a:t>.js</a:t>
            </a:r>
            <a:br>
              <a:rPr lang="en" sz="5400" dirty="0"/>
            </a:br>
            <a:r>
              <a:rPr lang="en" sz="5400" dirty="0">
                <a:solidFill>
                  <a:schemeClr val="accent2"/>
                </a:solidFill>
              </a:rPr>
              <a:t> NPM</a:t>
            </a:r>
            <a:endParaRPr sz="5400" dirty="0">
              <a:solidFill>
                <a:schemeClr val="accent2"/>
              </a:solidFill>
            </a:endParaRPr>
          </a:p>
        </p:txBody>
      </p:sp>
      <p:sp>
        <p:nvSpPr>
          <p:cNvPr id="179" name="Google Shape;179;p30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Here </a:t>
            </a:r>
            <a:r>
              <a:rPr lang="en" dirty="0"/>
              <a:t>We Go</a:t>
            </a:r>
            <a:r>
              <a:rPr lang="en" b="0" dirty="0"/>
              <a:t>!</a:t>
            </a:r>
            <a:endParaRPr b="0" dirty="0"/>
          </a:p>
        </p:txBody>
      </p:sp>
      <p:sp>
        <p:nvSpPr>
          <p:cNvPr id="180" name="Google Shape;180;p30"/>
          <p:cNvSpPr/>
          <p:nvPr/>
        </p:nvSpPr>
        <p:spPr>
          <a:xfrm>
            <a:off x="3430700" y="2886376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1" name="Google Shape;181;p30"/>
          <p:cNvSpPr/>
          <p:nvPr/>
        </p:nvSpPr>
        <p:spPr>
          <a:xfrm>
            <a:off x="5378559" y="2869286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2" name="Google Shape;182;p30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E8A74E-1445-6BC3-DA93-CA82AAEFE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53" y="821328"/>
            <a:ext cx="2806493" cy="1214575"/>
          </a:xfrm>
          <a:prstGeom prst="rect">
            <a:avLst/>
          </a:prstGeom>
        </p:spPr>
      </p:pic>
      <p:sp>
        <p:nvSpPr>
          <p:cNvPr id="3" name="Google Shape;216;p33">
            <a:extLst>
              <a:ext uri="{FF2B5EF4-FFF2-40B4-BE49-F238E27FC236}">
                <a16:creationId xmlns:a16="http://schemas.microsoft.com/office/drawing/2014/main" id="{42FD002E-FB10-E499-6A2D-2C8C901F4E71}"/>
              </a:ext>
            </a:extLst>
          </p:cNvPr>
          <p:cNvSpPr txBox="1">
            <a:spLocks/>
          </p:cNvSpPr>
          <p:nvPr/>
        </p:nvSpPr>
        <p:spPr>
          <a:xfrm>
            <a:off x="5390347" y="3851039"/>
            <a:ext cx="2528378" cy="47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oncert One"/>
              <a:buNone/>
              <a:defRPr sz="40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000" dirty="0"/>
              <a:t>By: Chen </a:t>
            </a:r>
            <a:r>
              <a:rPr lang="en-US" sz="2000" dirty="0" err="1"/>
              <a:t>Sovanminea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8695" y="2550900"/>
            <a:ext cx="4390916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3rd party packages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6"/>
          <p:cNvGrpSpPr/>
          <p:nvPr/>
        </p:nvGrpSpPr>
        <p:grpSpPr>
          <a:xfrm>
            <a:off x="7679802" y="3995353"/>
            <a:ext cx="824184" cy="712067"/>
            <a:chOff x="2341425" y="238100"/>
            <a:chExt cx="1328900" cy="1148125"/>
          </a:xfrm>
        </p:grpSpPr>
        <p:sp>
          <p:nvSpPr>
            <p:cNvPr id="245" name="Google Shape;245;p36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6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6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36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22;p34">
            <a:extLst>
              <a:ext uri="{FF2B5EF4-FFF2-40B4-BE49-F238E27FC236}">
                <a16:creationId xmlns:a16="http://schemas.microsoft.com/office/drawing/2014/main" id="{4CFAB1BC-9146-B2BB-87C0-82D4E4D23BB4}"/>
              </a:ext>
            </a:extLst>
          </p:cNvPr>
          <p:cNvSpPr txBox="1">
            <a:spLocks/>
          </p:cNvSpPr>
          <p:nvPr/>
        </p:nvSpPr>
        <p:spPr>
          <a:xfrm>
            <a:off x="1238148" y="568042"/>
            <a:ext cx="6557492" cy="190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យើងបានសិក្សារួចមកហើយ ចំពោះការប្រើប្រាស់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core modules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និង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packages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ដែលមាននៅក្នុង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core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របស់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node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Example: FS modules etc.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បន្ទាប់មកនេះយើងនឹងសិក្សាអំពី​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3</a:t>
            </a:r>
            <a:r>
              <a:rPr lang="en-US" sz="1200" b="0" baseline="300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rd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party packages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ដែលមិនមែនជា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core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របស់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node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តែវាក៍ជាជំនួយក្នុងការសរសេរ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code node.js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របស់យើងផង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ហើយវាមាន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packages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ជាច្រើនដែលយើងអាចប្រើប្រាស់បានដោយគ្រាន់តែ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install 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NPM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(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Node Package Manager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)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3" name="Google Shape;222;p34">
            <a:extLst>
              <a:ext uri="{FF2B5EF4-FFF2-40B4-BE49-F238E27FC236}">
                <a16:creationId xmlns:a16="http://schemas.microsoft.com/office/drawing/2014/main" id="{35067BDC-F5B0-F225-F3F6-59608E7F9A69}"/>
              </a:ext>
            </a:extLst>
          </p:cNvPr>
          <p:cNvSpPr txBox="1">
            <a:spLocks/>
          </p:cNvSpPr>
          <p:nvPr/>
        </p:nvSpPr>
        <p:spPr>
          <a:xfrm>
            <a:off x="1235856" y="4295074"/>
            <a:ext cx="4450676" cy="333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Note</a:t>
            </a:r>
            <a:r>
              <a:rPr lang="en-US" sz="10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: NPM </a:t>
            </a:r>
            <a:r>
              <a:rPr lang="km-KH" sz="10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ត្រូវបាន​</a:t>
            </a:r>
            <a:r>
              <a:rPr lang="en-US" sz="10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install automatically </a:t>
            </a:r>
            <a:r>
              <a:rPr lang="km-KH" sz="10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នៅពេលដែលយើង</a:t>
            </a:r>
            <a:r>
              <a:rPr lang="en-US" sz="10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install node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16145-5702-0E7A-B2D2-09E164836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064" y="2310783"/>
            <a:ext cx="2681339" cy="20122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672999" y="2550900"/>
            <a:ext cx="4055867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Installing Packages Globally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75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body" idx="1"/>
          </p:nvPr>
        </p:nvSpPr>
        <p:spPr>
          <a:xfrm>
            <a:off x="512215" y="1377740"/>
            <a:ext cx="3858834" cy="2335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3</a:t>
            </a:r>
            <a:r>
              <a:rPr lang="en-US" sz="1200" baseline="30000" dirty="0">
                <a:latin typeface="Khmer OS System" panose="02000500000000020004" pitchFamily="2" charset="0"/>
                <a:cs typeface="Khmer OS System" panose="02000500000000020004" pitchFamily="2" charset="0"/>
              </a:rPr>
              <a:t>rd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party package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ដែលយើង​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install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ដំបូងគេគឺ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nodemon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Nodemon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គឺអាចជួយយើងបានយ៉ាងច្រើននៅក្នុង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node.js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វាជា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package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មួយដែលជំនួយយើងពេលដែលសរសេរ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code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ហើយដោយគ្រាន់តែ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save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នោះ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browser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វានឹងចាប់យក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code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​ ចុងក្រោយរបស់យើងដោយមិនចាំបាច់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restart server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ជំហានដំបូង យើងត្រូវវាយ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‘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npm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install -g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nodemon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’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Terminal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របស់យើងរួច 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Enter</a:t>
            </a:r>
          </a:p>
        </p:txBody>
      </p:sp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8" y="711181"/>
            <a:ext cx="28956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Nodemon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2;p34">
            <a:extLst>
              <a:ext uri="{FF2B5EF4-FFF2-40B4-BE49-F238E27FC236}">
                <a16:creationId xmlns:a16="http://schemas.microsoft.com/office/drawing/2014/main" id="{F7EA87C0-3D40-5962-B0B9-ADBDDE4DCFF9}"/>
              </a:ext>
            </a:extLst>
          </p:cNvPr>
          <p:cNvSpPr txBox="1">
            <a:spLocks/>
          </p:cNvSpPr>
          <p:nvPr/>
        </p:nvSpPr>
        <p:spPr>
          <a:xfrm>
            <a:off x="4772951" y="839104"/>
            <a:ext cx="3858834" cy="323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បន្ទាប់មកនៅក្នុង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Terminal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 គ្រាន់តែវាយពាក្យ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’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nodemon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{filename}’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នោះវានឹងដំណើរការ។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92948C-7865-9B1C-EA12-447427D9B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951" y="1646917"/>
            <a:ext cx="3701495" cy="10155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EC27A5-9600-B998-31C0-A41DAC04E4F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116" y="3470303"/>
            <a:ext cx="1182907" cy="9614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Package.json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46264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body" idx="1"/>
          </p:nvPr>
        </p:nvSpPr>
        <p:spPr>
          <a:xfrm>
            <a:off x="512215" y="1377741"/>
            <a:ext cx="3858834" cy="11940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Package file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គឺជា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json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ដែល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track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រាល់​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package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ដែលយើង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install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local project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របស់យើងក៍ដូចជា 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specific script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project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របស់យើងផងដែរ។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ជាដំបូងយើងត្រូវវាយពាក្យ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‘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npm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init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’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Terminal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8" y="711181"/>
            <a:ext cx="28956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Package.json</a:t>
            </a:r>
            <a:r>
              <a:rPr lang="en-US" dirty="0"/>
              <a:t> file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A449AF-7A57-CA93-5108-F0E88110D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43" y="3456504"/>
            <a:ext cx="3851625" cy="571043"/>
          </a:xfrm>
          <a:prstGeom prst="rect">
            <a:avLst/>
          </a:prstGeom>
        </p:spPr>
      </p:pic>
      <p:sp>
        <p:nvSpPr>
          <p:cNvPr id="2" name="Google Shape;222;p34">
            <a:extLst>
              <a:ext uri="{FF2B5EF4-FFF2-40B4-BE49-F238E27FC236}">
                <a16:creationId xmlns:a16="http://schemas.microsoft.com/office/drawing/2014/main" id="{D5E14B4C-C255-6A6E-0B84-99CB1832DA1F}"/>
              </a:ext>
            </a:extLst>
          </p:cNvPr>
          <p:cNvSpPr txBox="1">
            <a:spLocks/>
          </p:cNvSpPr>
          <p:nvPr/>
        </p:nvSpPr>
        <p:spPr>
          <a:xfrm>
            <a:off x="4772951" y="842927"/>
            <a:ext cx="3858834" cy="119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នៅពេលដែលយើងដំឡើង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npm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init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រួចរាល់​​ អ្នកនឹងឃើញ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package.json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61682-5A6C-B251-E08A-C14266FBC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003" y="1668121"/>
            <a:ext cx="3879754" cy="205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6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4" y="132447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Install Packages Locally</a:t>
            </a:r>
          </a:p>
        </p:txBody>
      </p:sp>
    </p:spTree>
    <p:extLst>
      <p:ext uri="{BB962C8B-B14F-4D97-AF65-F5344CB8AC3E}">
        <p14:creationId xmlns:p14="http://schemas.microsoft.com/office/powerpoint/2010/main" val="225445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641198" y="1211003"/>
            <a:ext cx="3888947" cy="138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នៅក្នុងមេរៀននេះយើងនឹងសិក្សាអំពីការ​ដំឡើង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package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local project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របស់យើង។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Package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ដែលយើងដំឡើងនោះគឺ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lodash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Packages Locally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75ED25-574E-A1BA-1485-AC7A38433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23" y="2425562"/>
            <a:ext cx="3638471" cy="1071418"/>
          </a:xfrm>
          <a:prstGeom prst="rect">
            <a:avLst/>
          </a:prstGeom>
        </p:spPr>
      </p:pic>
      <p:sp>
        <p:nvSpPr>
          <p:cNvPr id="7" name="Google Shape;222;p34">
            <a:extLst>
              <a:ext uri="{FF2B5EF4-FFF2-40B4-BE49-F238E27FC236}">
                <a16:creationId xmlns:a16="http://schemas.microsoft.com/office/drawing/2014/main" id="{CDEFE7BB-4FC0-D3C7-550F-8C4118566ADF}"/>
              </a:ext>
            </a:extLst>
          </p:cNvPr>
          <p:cNvSpPr txBox="1">
            <a:spLocks/>
          </p:cNvSpPr>
          <p:nvPr/>
        </p:nvSpPr>
        <p:spPr>
          <a:xfrm>
            <a:off x="632377" y="3492665"/>
            <a:ext cx="3888947" cy="138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នៅពេលយើង​ដំឡើង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package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ក្នុង​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local project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របស់យើងនោះយើងនឹងទទួលបាន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folder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មួយឈ្មោះថា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‘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node_modules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’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</a:p>
        </p:txBody>
      </p:sp>
      <p:sp>
        <p:nvSpPr>
          <p:cNvPr id="9" name="Google Shape;222;p34">
            <a:extLst>
              <a:ext uri="{FF2B5EF4-FFF2-40B4-BE49-F238E27FC236}">
                <a16:creationId xmlns:a16="http://schemas.microsoft.com/office/drawing/2014/main" id="{A038E35B-B7AA-C766-E03F-7BC8CBD40523}"/>
              </a:ext>
            </a:extLst>
          </p:cNvPr>
          <p:cNvSpPr txBox="1">
            <a:spLocks/>
          </p:cNvSpPr>
          <p:nvPr/>
        </p:nvSpPr>
        <p:spPr>
          <a:xfrm>
            <a:off x="4780879" y="943111"/>
            <a:ext cx="3888947" cy="78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ចំពោះ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lodash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គឺវាមាន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method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មួយចំនួនធំដែលអាចជួយយើងក្នុងការ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development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9BDF1-17A0-DF6E-646F-B4B940E1DE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4057" y="1613566"/>
            <a:ext cx="3571587" cy="300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1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2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br>
              <a:rPr lang="en" dirty="0"/>
            </a:br>
            <a:r>
              <a:rPr lang="en" dirty="0"/>
              <a:t>you</a:t>
            </a:r>
            <a:endParaRPr dirty="0"/>
          </a:p>
        </p:txBody>
      </p:sp>
      <p:sp>
        <p:nvSpPr>
          <p:cNvPr id="630" name="Google Shape;630;p72"/>
          <p:cNvSpPr/>
          <p:nvPr/>
        </p:nvSpPr>
        <p:spPr>
          <a:xfrm rot="785759">
            <a:off x="6437509" y="1397553"/>
            <a:ext cx="1699276" cy="74075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2624</TotalTime>
  <Words>377</Words>
  <Application>Microsoft Office PowerPoint</Application>
  <PresentationFormat>On-screen Show (16:9)</PresentationFormat>
  <Paragraphs>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Khmer OS System</vt:lpstr>
      <vt:lpstr>Anonymous Pro</vt:lpstr>
      <vt:lpstr>Arial</vt:lpstr>
      <vt:lpstr>Concert One</vt:lpstr>
      <vt:lpstr>Coming Soon</vt:lpstr>
      <vt:lpstr>Roboto Mono Medium</vt:lpstr>
      <vt:lpstr>Notebook Lesson by Slidesgo</vt:lpstr>
      <vt:lpstr>Node.js  NPM</vt:lpstr>
      <vt:lpstr>01</vt:lpstr>
      <vt:lpstr>PowerPoint Presentation</vt:lpstr>
      <vt:lpstr>02</vt:lpstr>
      <vt:lpstr>Nodemon</vt:lpstr>
      <vt:lpstr>03</vt:lpstr>
      <vt:lpstr>Package.json file</vt:lpstr>
      <vt:lpstr>04</vt:lpstr>
      <vt:lpstr>Packages Locally</vt:lpstr>
      <vt:lpstr>Thanks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 LESSON</dc:title>
  <cp:lastModifiedBy>MineaThana</cp:lastModifiedBy>
  <cp:revision>22</cp:revision>
  <dcterms:modified xsi:type="dcterms:W3CDTF">2023-01-09T21:52:48Z</dcterms:modified>
</cp:coreProperties>
</file>