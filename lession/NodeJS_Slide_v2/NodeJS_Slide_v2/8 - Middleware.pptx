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3"/>
  </p:notesMasterIdLst>
  <p:sldIdLst>
    <p:sldId id="256" r:id="rId2"/>
    <p:sldId id="259" r:id="rId3"/>
    <p:sldId id="262" r:id="rId4"/>
    <p:sldId id="364" r:id="rId5"/>
    <p:sldId id="347" r:id="rId6"/>
    <p:sldId id="365" r:id="rId7"/>
    <p:sldId id="350" r:id="rId8"/>
    <p:sldId id="366" r:id="rId9"/>
    <p:sldId id="367" r:id="rId10"/>
    <p:sldId id="368" r:id="rId11"/>
    <p:sldId id="298" r:id="rId12"/>
  </p:sldIdLst>
  <p:sldSz cx="9144000" cy="5143500" type="screen16x9"/>
  <p:notesSz cx="6858000" cy="9144000"/>
  <p:embeddedFontLst>
    <p:embeddedFont>
      <p:font typeface="Anonymous Pro" panose="020B0604020202020204" charset="0"/>
      <p:regular r:id="rId14"/>
      <p:bold r:id="rId15"/>
      <p:italic r:id="rId16"/>
      <p:boldItalic r:id="rId17"/>
    </p:embeddedFont>
    <p:embeddedFont>
      <p:font typeface="Coming Soon" panose="020B0604020202020204" charset="0"/>
      <p:regular r:id="rId18"/>
    </p:embeddedFont>
    <p:embeddedFont>
      <p:font typeface="Concert One" pitchFamily="2" charset="0"/>
      <p:regular r:id="rId19"/>
    </p:embeddedFont>
    <p:embeddedFont>
      <p:font typeface="Khmer OS System" panose="02000500000000020004" pitchFamily="2" charset="0"/>
      <p:regular r:id="rId20"/>
    </p:embeddedFont>
    <p:embeddedFont>
      <p:font typeface="Roboto Mono Medium" panose="00000009000000000000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EFD3BA-712F-4097-8564-0424175EBBD8}">
  <a:tblStyle styleId="{43EFD3BA-712F-4097-8564-0424175EB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6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106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625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6718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8302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7976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4563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782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853034354b_0_24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853034354b_0_24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dist="19050" dir="3300000" algn="bl" rotWithShape="0">
              <a:srgbClr val="000000">
                <a:alpha val="34000"/>
              </a:srgbClr>
            </a:outerShdw>
          </a:effectLst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7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996375" y="1900525"/>
            <a:ext cx="2901600" cy="22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marL="914400" lvl="1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marL="1371600" lvl="2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marL="2286000" lvl="4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marL="2743200" lvl="5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marL="3200400" lvl="6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marL="3657600" lvl="7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marL="4114800" lvl="8" indent="-3302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896489">
            <a:off x="6092370" y="-1056710"/>
            <a:ext cx="2878009" cy="3364796"/>
          </a:xfrm>
          <a:prstGeom prst="rect">
            <a:avLst/>
          </a:prstGeom>
          <a:noFill/>
          <a:ln>
            <a:noFill/>
          </a:ln>
          <a:effectLst>
            <a:outerShdw blurRad="85725" dist="57150" dir="5400000" algn="bl" rotWithShape="0">
              <a:srgbClr val="000000">
                <a:alpha val="39000"/>
              </a:srgbClr>
            </a:outerShdw>
          </a:effectLst>
        </p:spPr>
      </p:pic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 rot="877333">
            <a:off x="6289345" y="436639"/>
            <a:ext cx="2155721" cy="15108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SECTION_TITLE_AND_DESCRIPTION_1_1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650175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1262550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1922400" y="3538630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sz="1600" b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1"/>
          </p:nvPr>
        </p:nvSpPr>
        <p:spPr>
          <a:xfrm>
            <a:off x="1922400" y="1269487"/>
            <a:ext cx="3439500" cy="21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sz="2400" b="1">
                <a:latin typeface="Concert One"/>
                <a:ea typeface="Concert One"/>
                <a:cs typeface="Concert One"/>
                <a:sym typeface="Concert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APTION_ONLY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TITLE_AND_DESCRIPTION_1_1_3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IG_NUMBER_1_1_2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6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sz="2800" b="1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61" r:id="rId5"/>
    <p:sldLayoutId id="2147483669" r:id="rId6"/>
    <p:sldLayoutId id="2147483670" r:id="rId7"/>
    <p:sldLayoutId id="2147483671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>
            <a:spLocks noGrp="1"/>
          </p:cNvSpPr>
          <p:nvPr>
            <p:ph type="ctrTitle"/>
          </p:nvPr>
        </p:nvSpPr>
        <p:spPr>
          <a:xfrm>
            <a:off x="1532100" y="171446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accent2"/>
                </a:solidFill>
              </a:rPr>
              <a:t>Node</a:t>
            </a:r>
            <a:r>
              <a:rPr lang="en" sz="5400" dirty="0"/>
              <a:t>.js</a:t>
            </a:r>
            <a:br>
              <a:rPr lang="en" sz="5400" dirty="0"/>
            </a:br>
            <a:r>
              <a:rPr lang="en" sz="5400" dirty="0">
                <a:solidFill>
                  <a:schemeClr val="accent2"/>
                </a:solidFill>
              </a:rPr>
              <a:t> Middleware</a:t>
            </a:r>
            <a:endParaRPr sz="5400" dirty="0">
              <a:solidFill>
                <a:schemeClr val="accent2"/>
              </a:solidFill>
            </a:endParaRPr>
          </a:p>
        </p:txBody>
      </p:sp>
      <p:sp>
        <p:nvSpPr>
          <p:cNvPr id="179" name="Google Shape;179;p30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Here </a:t>
            </a:r>
            <a:r>
              <a:rPr lang="en" dirty="0"/>
              <a:t>We Go</a:t>
            </a:r>
            <a:r>
              <a:rPr lang="en" b="0" dirty="0"/>
              <a:t>!</a:t>
            </a:r>
            <a:endParaRPr b="0" dirty="0"/>
          </a:p>
        </p:txBody>
      </p:sp>
      <p:sp>
        <p:nvSpPr>
          <p:cNvPr id="180" name="Google Shape;180;p30"/>
          <p:cNvSpPr/>
          <p:nvPr/>
        </p:nvSpPr>
        <p:spPr>
          <a:xfrm>
            <a:off x="2188239" y="2886376"/>
            <a:ext cx="617075" cy="15875"/>
          </a:xfrm>
          <a:custGeom>
            <a:avLst/>
            <a:gdLst/>
            <a:ahLst/>
            <a:cxnLst/>
            <a:rect l="l" t="t" r="r" b="b"/>
            <a:pathLst>
              <a:path w="24683" h="635" extrusionOk="0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1" name="Google Shape;181;p30"/>
          <p:cNvSpPr/>
          <p:nvPr/>
        </p:nvSpPr>
        <p:spPr>
          <a:xfrm>
            <a:off x="6634977" y="2869286"/>
            <a:ext cx="613650" cy="13775"/>
          </a:xfrm>
          <a:custGeom>
            <a:avLst/>
            <a:gdLst/>
            <a:ahLst/>
            <a:cxnLst/>
            <a:rect l="l" t="t" r="r" b="b"/>
            <a:pathLst>
              <a:path w="24546" h="551" extrusionOk="0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2" name="Google Shape;182;p30"/>
          <p:cNvSpPr/>
          <p:nvPr/>
        </p:nvSpPr>
        <p:spPr>
          <a:xfrm>
            <a:off x="1889900" y="4413504"/>
            <a:ext cx="992850" cy="102600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E8A74E-1445-6BC3-DA93-CA82AAEFEA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753" y="821328"/>
            <a:ext cx="2806493" cy="1214575"/>
          </a:xfrm>
          <a:prstGeom prst="rect">
            <a:avLst/>
          </a:prstGeom>
        </p:spPr>
      </p:pic>
      <p:sp>
        <p:nvSpPr>
          <p:cNvPr id="3" name="Google Shape;216;p33">
            <a:extLst>
              <a:ext uri="{FF2B5EF4-FFF2-40B4-BE49-F238E27FC236}">
                <a16:creationId xmlns:a16="http://schemas.microsoft.com/office/drawing/2014/main" id="{42FD002E-FB10-E499-6A2D-2C8C901F4E71}"/>
              </a:ext>
            </a:extLst>
          </p:cNvPr>
          <p:cNvSpPr txBox="1">
            <a:spLocks/>
          </p:cNvSpPr>
          <p:nvPr/>
        </p:nvSpPr>
        <p:spPr>
          <a:xfrm>
            <a:off x="5390347" y="3851039"/>
            <a:ext cx="2528378" cy="471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oncert One"/>
              <a:buNone/>
              <a:defRPr sz="40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2000" dirty="0"/>
              <a:t>By: Chen </a:t>
            </a:r>
            <a:r>
              <a:rPr lang="en-US" sz="2000" dirty="0" err="1"/>
              <a:t>Sovanminea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428695" y="2550900"/>
            <a:ext cx="4390916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</a:t>
            </a:r>
            <a:br>
              <a:rPr lang="en-US" dirty="0"/>
            </a:br>
            <a:r>
              <a:rPr lang="en-US" dirty="0"/>
              <a:t>Middleware?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2;p34">
            <a:extLst>
              <a:ext uri="{FF2B5EF4-FFF2-40B4-BE49-F238E27FC236}">
                <a16:creationId xmlns:a16="http://schemas.microsoft.com/office/drawing/2014/main" id="{4CFAB1BC-9146-B2BB-87C0-82D4E4D23BB4}"/>
              </a:ext>
            </a:extLst>
          </p:cNvPr>
          <p:cNvSpPr txBox="1">
            <a:spLocks/>
          </p:cNvSpPr>
          <p:nvPr/>
        </p:nvSpPr>
        <p:spPr>
          <a:xfrm>
            <a:off x="1238148" y="548308"/>
            <a:ext cx="6873040" cy="675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Middleware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គឺជា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code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ដែល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run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នៅលើ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server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រវាងនៅពេលយើងទទួលបាន​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request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និង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response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ត្រលប់ទៅវិញ។</a:t>
            </a: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010C7F-0383-361C-8E36-4F785CECC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339" y="1361730"/>
            <a:ext cx="5538657" cy="315024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632377" y="711181"/>
            <a:ext cx="296938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Middleware</a:t>
            </a:r>
            <a:endParaRPr dirty="0"/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1103650"/>
            <a:ext cx="1918825" cy="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22;p34">
            <a:extLst>
              <a:ext uri="{FF2B5EF4-FFF2-40B4-BE49-F238E27FC236}">
                <a16:creationId xmlns:a16="http://schemas.microsoft.com/office/drawing/2014/main" id="{18A11782-87EA-A858-297F-32541A105FD0}"/>
              </a:ext>
            </a:extLst>
          </p:cNvPr>
          <p:cNvSpPr txBox="1">
            <a:spLocks/>
          </p:cNvSpPr>
          <p:nvPr/>
        </p:nvSpPr>
        <p:spPr>
          <a:xfrm>
            <a:off x="632377" y="1481361"/>
            <a:ext cx="3869821" cy="85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យើងអាចប្រើប្រាស់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Middleware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សម្រាប់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:</a:t>
            </a:r>
          </a:p>
          <a:p>
            <a:pPr marL="628650" lvl="1" indent="-171450">
              <a:spcAft>
                <a:spcPts val="16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Logger </a:t>
            </a:r>
            <a:r>
              <a:rPr lang="km-KH" sz="120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សម្រាប់តាមដានគ្រប់</a:t>
            </a:r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request</a:t>
            </a:r>
          </a:p>
          <a:p>
            <a:pPr marL="628650" lvl="1" indent="-171450">
              <a:spcAft>
                <a:spcPts val="1600"/>
              </a:spcAft>
              <a:buFont typeface="Wingdings" panose="05000000000000000000" pitchFamily="2" charset="2"/>
              <a:buChar char="§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Authentication check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សម</a:t>
            </a:r>
            <a:r>
              <a:rPr lang="km-KH" sz="120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្រាប់ការពារ</a:t>
            </a:r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route</a:t>
            </a:r>
          </a:p>
          <a:p>
            <a:pPr marL="628650" lvl="1" indent="-171450">
              <a:spcAft>
                <a:spcPts val="1600"/>
              </a:spcAft>
              <a:buFont typeface="Wingdings" panose="05000000000000000000" pitchFamily="2" charset="2"/>
              <a:buChar char="§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Mi</a:t>
            </a:r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ddleware parse JSON </a:t>
            </a:r>
            <a:r>
              <a:rPr lang="km-KH" sz="120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ពី</a:t>
            </a:r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request</a:t>
            </a:r>
          </a:p>
          <a:p>
            <a:pPr marL="628650" lvl="1" indent="-171450">
              <a:spcAft>
                <a:spcPts val="1600"/>
              </a:spcAft>
              <a:buFont typeface="Wingdings" panose="05000000000000000000" pitchFamily="2" charset="2"/>
              <a:buChar char="§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Return 404 pages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98656E-521B-E038-E446-8A2A1A7B9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390" y="1178447"/>
            <a:ext cx="3736233" cy="13526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C8A89F-3EBC-0180-06B2-8F0B6848C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390" y="2849429"/>
            <a:ext cx="3736232" cy="11748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2288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672999" y="2550900"/>
            <a:ext cx="4055867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Using next()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9752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632377" y="711181"/>
            <a:ext cx="296938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next()</a:t>
            </a:r>
            <a:endParaRPr dirty="0"/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1103650"/>
            <a:ext cx="1918825" cy="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22;p34">
            <a:extLst>
              <a:ext uri="{FF2B5EF4-FFF2-40B4-BE49-F238E27FC236}">
                <a16:creationId xmlns:a16="http://schemas.microsoft.com/office/drawing/2014/main" id="{18A11782-87EA-A858-297F-32541A105FD0}"/>
              </a:ext>
            </a:extLst>
          </p:cNvPr>
          <p:cNvSpPr txBox="1">
            <a:spLocks/>
          </p:cNvSpPr>
          <p:nvPr/>
        </p:nvSpPr>
        <p:spPr>
          <a:xfrm>
            <a:off x="632377" y="1481361"/>
            <a:ext cx="3869821" cy="85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យើងប្រើប្រាស់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method next()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សម្រាប់ឲ្យ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code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យើងដំណើរការបន្តទៀត ពេលវាឆ្លង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middleware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រួច។</a:t>
            </a: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08CFE9-636A-7D85-A095-0322AF7F4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77" y="2336744"/>
            <a:ext cx="3715631" cy="1605836"/>
          </a:xfrm>
          <a:prstGeom prst="rect">
            <a:avLst/>
          </a:prstGeom>
        </p:spPr>
      </p:pic>
      <p:sp>
        <p:nvSpPr>
          <p:cNvPr id="5" name="Google Shape;222;p34">
            <a:extLst>
              <a:ext uri="{FF2B5EF4-FFF2-40B4-BE49-F238E27FC236}">
                <a16:creationId xmlns:a16="http://schemas.microsoft.com/office/drawing/2014/main" id="{983A2EB3-5033-49B2-91AB-5B9439752FDE}"/>
              </a:ext>
            </a:extLst>
          </p:cNvPr>
          <p:cNvSpPr txBox="1">
            <a:spLocks/>
          </p:cNvSpPr>
          <p:nvPr/>
        </p:nvSpPr>
        <p:spPr>
          <a:xfrm>
            <a:off x="4714167" y="949606"/>
            <a:ext cx="3869821" cy="85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យើងអាចប្រើប្រាស់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middleware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ពីរ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រឺច្រើនផងដែរ។</a:t>
            </a: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DFA113-4BF4-567E-9849-110612755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433" y="1480072"/>
            <a:ext cx="3869821" cy="201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67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4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425402" y="2562194"/>
            <a:ext cx="4293193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-party Middleware</a:t>
            </a:r>
          </a:p>
        </p:txBody>
      </p:sp>
    </p:spTree>
    <p:extLst>
      <p:ext uri="{BB962C8B-B14F-4D97-AF65-F5344CB8AC3E}">
        <p14:creationId xmlns:p14="http://schemas.microsoft.com/office/powerpoint/2010/main" val="2462641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632377" y="711181"/>
            <a:ext cx="35383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3rd-party Middleware</a:t>
            </a:r>
            <a:endParaRPr dirty="0"/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1103650"/>
            <a:ext cx="1918825" cy="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22;p34">
            <a:extLst>
              <a:ext uri="{FF2B5EF4-FFF2-40B4-BE49-F238E27FC236}">
                <a16:creationId xmlns:a16="http://schemas.microsoft.com/office/drawing/2014/main" id="{18A11782-87EA-A858-297F-32541A105FD0}"/>
              </a:ext>
            </a:extLst>
          </p:cNvPr>
          <p:cNvSpPr txBox="1">
            <a:spLocks/>
          </p:cNvSpPr>
          <p:nvPr/>
        </p:nvSpPr>
        <p:spPr>
          <a:xfrm>
            <a:off x="632377" y="1481361"/>
            <a:ext cx="3869821" cy="85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ចំពោះ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middleware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ក៍មាន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package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មួយចំនួនយើងអាចយកមកប្រើប្រាស់បានផងដែរ។</a:t>
            </a: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Middleware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ដែលយើងប្រើដំបូងគេ​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គឺ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Morgan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ដែលយើងអាច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install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តាម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npm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‘</a:t>
            </a:r>
            <a:r>
              <a:rPr lang="en-US" sz="120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npm</a:t>
            </a:r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install </a:t>
            </a:r>
            <a:r>
              <a:rPr lang="en-US" sz="120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morgan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’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874B7E-9EEE-121B-7845-D93358782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70" y="3070470"/>
            <a:ext cx="3954950" cy="7055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F0C67D-E870-53FC-F3E7-CF35FD8942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474" y="1080836"/>
            <a:ext cx="3920856" cy="298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04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2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425402" y="2562194"/>
            <a:ext cx="4293193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Static Files</a:t>
            </a:r>
          </a:p>
        </p:txBody>
      </p:sp>
    </p:spTree>
    <p:extLst>
      <p:ext uri="{BB962C8B-B14F-4D97-AF65-F5344CB8AC3E}">
        <p14:creationId xmlns:p14="http://schemas.microsoft.com/office/powerpoint/2010/main" val="3830637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632377" y="711181"/>
            <a:ext cx="296938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Static file</a:t>
            </a:r>
            <a:endParaRPr dirty="0"/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1103650"/>
            <a:ext cx="1918825" cy="2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294539-C6DA-FA8B-DC23-ADA20F3EE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485" y="1813400"/>
            <a:ext cx="3788376" cy="21807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9B3CA1-AD5F-5C03-6B06-81D92E9E20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419" y="1161969"/>
            <a:ext cx="3990367" cy="212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08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2"/>
          <p:cNvSpPr txBox="1">
            <a:spLocks noGrp="1"/>
          </p:cNvSpPr>
          <p:nvPr>
            <p:ph type="title"/>
          </p:nvPr>
        </p:nvSpPr>
        <p:spPr>
          <a:xfrm rot="877333">
            <a:off x="6289345" y="436639"/>
            <a:ext cx="2155721" cy="15108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br>
              <a:rPr lang="en" dirty="0"/>
            </a:br>
            <a:r>
              <a:rPr lang="en" dirty="0"/>
              <a:t>you</a:t>
            </a:r>
            <a:endParaRPr dirty="0"/>
          </a:p>
        </p:txBody>
      </p:sp>
      <p:sp>
        <p:nvSpPr>
          <p:cNvPr id="630" name="Google Shape;630;p72"/>
          <p:cNvSpPr/>
          <p:nvPr/>
        </p:nvSpPr>
        <p:spPr>
          <a:xfrm rot="785759">
            <a:off x="6437509" y="1397553"/>
            <a:ext cx="1699276" cy="74075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Notebook Lesson by Slidesgo">
  <a:themeElements>
    <a:clrScheme name="Simple Light">
      <a:dk1>
        <a:srgbClr val="595959"/>
      </a:dk1>
      <a:lt1>
        <a:srgbClr val="F1C232"/>
      </a:lt1>
      <a:dk2>
        <a:srgbClr val="595959"/>
      </a:dk2>
      <a:lt2>
        <a:srgbClr val="A8D68C"/>
      </a:lt2>
      <a:accent1>
        <a:srgbClr val="F1C232"/>
      </a:accent1>
      <a:accent2>
        <a:srgbClr val="B44141"/>
      </a:accent2>
      <a:accent3>
        <a:srgbClr val="F1C232"/>
      </a:accent3>
      <a:accent4>
        <a:srgbClr val="DF7070"/>
      </a:accent4>
      <a:accent5>
        <a:srgbClr val="7A9E64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4983</TotalTime>
  <Words>158</Words>
  <Application>Microsoft Office PowerPoint</Application>
  <PresentationFormat>On-screen Show (16:9)</PresentationFormat>
  <Paragraphs>26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Roboto Mono Medium</vt:lpstr>
      <vt:lpstr>Khmer OS System</vt:lpstr>
      <vt:lpstr>Arial</vt:lpstr>
      <vt:lpstr>Anonymous Pro</vt:lpstr>
      <vt:lpstr>Concert One</vt:lpstr>
      <vt:lpstr>Wingdings</vt:lpstr>
      <vt:lpstr>Coming Soon</vt:lpstr>
      <vt:lpstr>Notebook Lesson by Slidesgo</vt:lpstr>
      <vt:lpstr>Node.js  Middleware</vt:lpstr>
      <vt:lpstr>01</vt:lpstr>
      <vt:lpstr>PowerPoint Presentation</vt:lpstr>
      <vt:lpstr>Middleware</vt:lpstr>
      <vt:lpstr>02</vt:lpstr>
      <vt:lpstr>next()</vt:lpstr>
      <vt:lpstr>03</vt:lpstr>
      <vt:lpstr>3rd-party Middleware</vt:lpstr>
      <vt:lpstr>04</vt:lpstr>
      <vt:lpstr>Static file</vt:lpstr>
      <vt:lpstr>Thanks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 LESSON</dc:title>
  <cp:lastModifiedBy>MineaThana</cp:lastModifiedBy>
  <cp:revision>26</cp:revision>
  <dcterms:modified xsi:type="dcterms:W3CDTF">2023-01-15T16:32:20Z</dcterms:modified>
</cp:coreProperties>
</file>