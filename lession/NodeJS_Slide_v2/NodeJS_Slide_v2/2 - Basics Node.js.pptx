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9"/>
  </p:notesMasterIdLst>
  <p:sldIdLst>
    <p:sldId id="256" r:id="rId2"/>
    <p:sldId id="259" r:id="rId3"/>
    <p:sldId id="260" r:id="rId4"/>
    <p:sldId id="347" r:id="rId5"/>
    <p:sldId id="262" r:id="rId6"/>
    <p:sldId id="348" r:id="rId7"/>
    <p:sldId id="349" r:id="rId8"/>
    <p:sldId id="346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298" r:id="rId18"/>
  </p:sldIdLst>
  <p:sldSz cx="9144000" cy="5143500" type="screen16x9"/>
  <p:notesSz cx="6858000" cy="9144000"/>
  <p:embeddedFontLst>
    <p:embeddedFont>
      <p:font typeface="Anonymous Pro" panose="020B0604020202020204" charset="0"/>
      <p:regular r:id="rId20"/>
      <p:bold r:id="rId21"/>
      <p:italic r:id="rId22"/>
      <p:boldItalic r:id="rId23"/>
    </p:embeddedFont>
    <p:embeddedFont>
      <p:font typeface="Coming Soon" panose="020B0604020202020204" charset="0"/>
      <p:regular r:id="rId24"/>
    </p:embeddedFont>
    <p:embeddedFont>
      <p:font typeface="Concert One" panose="020B0604020202020204" charset="0"/>
      <p:regular r:id="rId25"/>
    </p:embeddedFont>
    <p:embeddedFont>
      <p:font typeface="Khmer OS System" panose="02000500000000020004" pitchFamily="2" charset="0"/>
      <p:regular r:id="rId26"/>
    </p:embeddedFont>
    <p:embeddedFont>
      <p:font typeface="Roboto Mono Medium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FD3BA-712F-4097-8564-0424175EBBD8}">
  <a:tblStyle styleId="{43EFD3BA-712F-4097-8564-0424175EB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68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2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8335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5867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966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0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149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179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958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488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256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635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889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53034354b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53034354b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dist="57150" dir="5400000" algn="bl" rotWithShape="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61" r:id="rId5"/>
    <p:sldLayoutId id="2147483669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ctrTitle"/>
          </p:nvPr>
        </p:nvSpPr>
        <p:spPr>
          <a:xfrm>
            <a:off x="1532100" y="171446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2"/>
                </a:solidFill>
              </a:rPr>
              <a:t>Node</a:t>
            </a:r>
            <a:r>
              <a:rPr lang="en" sz="5400" dirty="0"/>
              <a:t>.js</a:t>
            </a:r>
            <a:br>
              <a:rPr lang="en" sz="5400" dirty="0"/>
            </a:br>
            <a:r>
              <a:rPr lang="en" sz="5400" dirty="0">
                <a:solidFill>
                  <a:schemeClr val="accent2"/>
                </a:solidFill>
              </a:rPr>
              <a:t> Basic Node.js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</a:t>
            </a:r>
            <a:r>
              <a:rPr lang="en" dirty="0"/>
              <a:t>We Go</a:t>
            </a:r>
            <a:r>
              <a:rPr lang="en" b="0" dirty="0"/>
              <a:t>!</a:t>
            </a:r>
            <a:endParaRPr b="0" dirty="0"/>
          </a:p>
        </p:txBody>
      </p:sp>
      <p:sp>
        <p:nvSpPr>
          <p:cNvPr id="180" name="Google Shape;180;p30"/>
          <p:cNvSpPr/>
          <p:nvPr/>
        </p:nvSpPr>
        <p:spPr>
          <a:xfrm>
            <a:off x="2110208" y="2915305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30"/>
          <p:cNvSpPr/>
          <p:nvPr/>
        </p:nvSpPr>
        <p:spPr>
          <a:xfrm>
            <a:off x="6709099" y="2872601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3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8A74E-1445-6BC3-DA93-CA82AAEF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53" y="821328"/>
            <a:ext cx="2806493" cy="1214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Node Basics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512215" y="1377740"/>
            <a:ext cx="3858834" cy="3117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យើងអាចយក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javascript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ដែលយើងធ្លាប់រៀនមានដូចជា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variables, functions, objects, classes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etc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មកអនុវត្ត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ប៉ុន្តែវាក៍មានចំណុចខុសគ្នាដែរ។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ជំហាន់ដំបូងយើង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Extension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“.</a:t>
            </a:r>
            <a:r>
              <a:rPr lang="en-US" sz="1200" b="1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js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”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ជាចាំបាច់ ទើបអាចដំណើរការ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នៅលើ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បន្ទាប់មកយើងអាច​ចូល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Terminal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text editor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 រឺ​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CMD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ដើម្បីដំណើរការ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របស់យើងដោយវាយពាក្យ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និងឈ្មោះ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8" y="711181"/>
            <a:ext cx="2895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Node Basics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22;p34">
            <a:extLst>
              <a:ext uri="{FF2B5EF4-FFF2-40B4-BE49-F238E27FC236}">
                <a16:creationId xmlns:a16="http://schemas.microsoft.com/office/drawing/2014/main" id="{CD26D8FB-340A-AA93-E0FD-A8D08E20A0C9}"/>
              </a:ext>
            </a:extLst>
          </p:cNvPr>
          <p:cNvSpPr txBox="1">
            <a:spLocks/>
          </p:cNvSpPr>
          <p:nvPr/>
        </p:nvSpPr>
        <p:spPr>
          <a:xfrm>
            <a:off x="4755354" y="3868512"/>
            <a:ext cx="3876431" cy="87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000" b="1" dirty="0">
                <a:solidFill>
                  <a:srgbClr val="FF0000"/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Note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: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ពេល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Run code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មិនបាច់ដាក់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extension .</a:t>
            </a:r>
            <a:r>
              <a:rPr lang="en-US" sz="10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js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ទេ ព្រោះវាស្គាល់ដោយខ្លួនឯង​ គ្រាន់តែវាយពាក្យ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និងឈ្មោះ​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file. Ex : node </a:t>
            </a:r>
            <a:r>
              <a:rPr lang="en-US" sz="10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BasicNodeJS</a:t>
            </a:r>
            <a:endParaRPr lang="km-KH" sz="10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CC409-2AEF-BF77-8454-97D4024DC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474" y="476689"/>
            <a:ext cx="3039976" cy="16046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A0BA2-8E19-76D7-097D-ED6571488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334" y="2170827"/>
            <a:ext cx="3674393" cy="16770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5586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Global Object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7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6"/>
          <p:cNvGrpSpPr/>
          <p:nvPr/>
        </p:nvGrpSpPr>
        <p:grpSpPr>
          <a:xfrm>
            <a:off x="7679802" y="3995353"/>
            <a:ext cx="824184" cy="712067"/>
            <a:chOff x="2341425" y="238100"/>
            <a:chExt cx="1328900" cy="1148125"/>
          </a:xfrm>
        </p:grpSpPr>
        <p:sp>
          <p:nvSpPr>
            <p:cNvPr id="245" name="Google Shape;245;p36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6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6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4CFAB1BC-9146-B2BB-87C0-82D4E4D23BB4}"/>
              </a:ext>
            </a:extLst>
          </p:cNvPr>
          <p:cNvSpPr txBox="1">
            <a:spLocks/>
          </p:cNvSpPr>
          <p:nvPr/>
        </p:nvSpPr>
        <p:spPr>
          <a:xfrm>
            <a:off x="1238148" y="644823"/>
            <a:ext cx="6557492" cy="3736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ដូចដែលយើងដឹងរួចមកហើយ អ្វីទាំងអស់ក្នុង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គឺជា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ស្ថិតនៅក្រោម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window object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ដែលគេហៅវាថា​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Browser Global Object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ដែលនៅក្នុងនោះមានផ្ទុក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method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ជាច្រើនដែលយើងអាចយកមកប្រើសម្រាប់ជាជំនួយក្នុងការសរសេរ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javascript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(alert (),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etc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)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ប៉ុន្តែនៅក្នុង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node.js Global Object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របស់យើងមិនមែន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Window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នោះទេ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វាគឺជា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Global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។ យើងអាច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console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វាមើលថាក្នុង​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global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មានអ្វីខ្លះ។</a:t>
            </a:r>
            <a:endParaRPr lang="km-KH" sz="120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EEAECF-9830-C2E5-C8B2-AACA530D3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43" y="1647317"/>
            <a:ext cx="5752806" cy="243688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FA36E8-70A2-883B-0465-79836703B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912" y="622257"/>
            <a:ext cx="6930486" cy="38850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821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1A5B2E82-0FEA-E957-9F15-FFF4327B8A71}"/>
              </a:ext>
            </a:extLst>
          </p:cNvPr>
          <p:cNvSpPr txBox="1">
            <a:spLocks/>
          </p:cNvSpPr>
          <p:nvPr/>
        </p:nvSpPr>
        <p:spPr>
          <a:xfrm>
            <a:off x="1266068" y="644823"/>
            <a:ext cx="6557492" cy="465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យើងអាចយក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method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ទាំងនោះមកប្រើផងដែរ។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Example :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setTimeout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(),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setInterval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(), </a:t>
            </a:r>
            <a:r>
              <a:rPr lang="en-US" sz="1200" b="0" dirty="0" err="1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etc</a:t>
            </a: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FCB8B-5243-23A4-099B-6E6421C29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214" y="1205821"/>
            <a:ext cx="3324225" cy="1028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A69A18-47B1-97E5-932A-7A4AF48B1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325" y="1205821"/>
            <a:ext cx="3430345" cy="1028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67B382-421F-1A3E-B929-1C234D45F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214" y="2371978"/>
            <a:ext cx="6851456" cy="19526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728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669414" y="1028731"/>
            <a:ext cx="3989985" cy="10513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__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dirname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- path to current directory</a:t>
            </a:r>
          </a:p>
        </p:txBody>
      </p:sp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4931627" y="1028731"/>
            <a:ext cx="398998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__filename - filename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7539A-DCD3-CD32-8AAF-49CB07D80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38" y="1758997"/>
            <a:ext cx="3812138" cy="164033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AECF1D-80E5-A94B-B397-8D3937B3A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223" y="1758998"/>
            <a:ext cx="3812138" cy="16403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9660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Modules &amp; Require</a:t>
            </a:r>
          </a:p>
        </p:txBody>
      </p:sp>
    </p:spTree>
    <p:extLst>
      <p:ext uri="{BB962C8B-B14F-4D97-AF65-F5344CB8AC3E}">
        <p14:creationId xmlns:p14="http://schemas.microsoft.com/office/powerpoint/2010/main" val="2462641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197043"/>
            <a:ext cx="3888920" cy="34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ជាទូទៅនៅពេលដែលយើងធ្វើ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project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ធំៗ យើងមិនអាចផ្ទុក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source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តែមួយបានទេ ព្រោះវាមានផលវិបាកច្រើនដូចជា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ពិបាកក្នុងការគ្រប់គ្រង ការសរសេរ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ដដែលជាដើម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ដូចេ្នះយើងត្រូវរៀបចំ ក៍ដូចជា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កាត់វាជាកង់ៗ ដើម្បីងាយស្រួលក្នុងការ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maintain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​និងកាត់បន្ថយការសរសេរដដែលៗផងដែរ។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ដូចនេះនៅក្នុង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ក៍ដូចគ្នាយើងត្រូវរៀបចំ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source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របស់យើងឲ្យបានត្រឹមត្រូវដើម្បីងាយស្រួលក្នុងការគ្រប់គ្រង។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Modules &amp; Require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5FC79C-47F4-A60B-5D66-3DCEED00E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579" y="1500732"/>
            <a:ext cx="3345624" cy="202680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6144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197043"/>
            <a:ext cx="3763284" cy="34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ក្នុងរូបទី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1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people.js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មួយដែលផ្ទុក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array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ដែលមានធាតុ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4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បន្ទាប់មកយើងហៅ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module.export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export array people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អាចយកទៅប្រើប្រាស់នៅ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ដទៃទៀតបាន។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ក្នុងរូបទី​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2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modules.js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ហើយយើងបង្កើត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variable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មួយឈ្មោះ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xyz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 ដោយតម្លៃរបស់វាគឺ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require(‘./people.js’) </a:t>
            </a:r>
            <a:r>
              <a:rPr lang="km-KH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មានន័យថា យើងអាចប្រើប្រាស់របស់ដែលមាននៅក្នុង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people.js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បានដោយតែអ្វីដែលគេ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export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ឲ្យយើងប្រើ។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Modules &amp; Require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2;p34">
            <a:extLst>
              <a:ext uri="{FF2B5EF4-FFF2-40B4-BE49-F238E27FC236}">
                <a16:creationId xmlns:a16="http://schemas.microsoft.com/office/drawing/2014/main" id="{4135EA5B-7034-5D4B-6053-956727C867B1}"/>
              </a:ext>
            </a:extLst>
          </p:cNvPr>
          <p:cNvSpPr txBox="1">
            <a:spLocks/>
          </p:cNvSpPr>
          <p:nvPr/>
        </p:nvSpPr>
        <p:spPr>
          <a:xfrm>
            <a:off x="4945708" y="815588"/>
            <a:ext cx="3199047" cy="87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Require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– function to use module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Module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– info about current module (file)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F97961-6DCA-8D34-5FA2-7FD428297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528" y="1759510"/>
            <a:ext cx="3371414" cy="13047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A477F1-2E22-B484-E358-16F9CCB53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528" y="3180379"/>
            <a:ext cx="3371414" cy="11834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272E51-9897-727D-3FB1-6FA07DBA95A9}"/>
              </a:ext>
            </a:extLst>
          </p:cNvPr>
          <p:cNvSpPr txBox="1"/>
          <p:nvPr/>
        </p:nvSpPr>
        <p:spPr>
          <a:xfrm>
            <a:off x="7319857" y="2466634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C9C9B-0260-C85E-67E3-9186F3F0E35F}"/>
              </a:ext>
            </a:extLst>
          </p:cNvPr>
          <p:cNvSpPr txBox="1"/>
          <p:nvPr/>
        </p:nvSpPr>
        <p:spPr>
          <a:xfrm>
            <a:off x="7319857" y="3779779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Google Shape;222;p34">
            <a:extLst>
              <a:ext uri="{FF2B5EF4-FFF2-40B4-BE49-F238E27FC236}">
                <a16:creationId xmlns:a16="http://schemas.microsoft.com/office/drawing/2014/main" id="{B1649158-C9F0-7CFB-4097-345AD5977CC6}"/>
              </a:ext>
            </a:extLst>
          </p:cNvPr>
          <p:cNvSpPr txBox="1">
            <a:spLocks/>
          </p:cNvSpPr>
          <p:nvPr/>
        </p:nvSpPr>
        <p:spPr>
          <a:xfrm>
            <a:off x="562575" y="4369177"/>
            <a:ext cx="4058286" cy="87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r>
              <a:rPr lang="en-US" sz="1000" b="1" dirty="0">
                <a:solidFill>
                  <a:srgbClr val="FF0000"/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Note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: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នេះជាវិធីសាស្រ្តក្នុងការ​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0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export single thing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ចេញពី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មួយ។</a:t>
            </a:r>
          </a:p>
        </p:txBody>
      </p:sp>
    </p:spTree>
    <p:extLst>
      <p:ext uri="{BB962C8B-B14F-4D97-AF65-F5344CB8AC3E}">
        <p14:creationId xmlns:p14="http://schemas.microsoft.com/office/powerpoint/2010/main" val="223452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197043"/>
            <a:ext cx="3763284" cy="34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ក្នុងរូបទី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1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people.js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មួយដែលផ្ទុក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array 2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បន្ទាប់មកយើងហៅ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module.export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export array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ទាំង 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2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ជាលក្ខណៈ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object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អាចយកទៅប្រើប្រាស់នៅ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ដទៃទៀតបាន។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ក្នុងរូបទី​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2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modules.js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ហើយយើងបង្កើត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variable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មួយឈ្មោះ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xyz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 ដោយតម្លៃរបស់វាគឺ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require(‘./people.js’) </a:t>
            </a:r>
            <a:r>
              <a:rPr lang="km-KH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មានន័យថា យើងអាចប្រើប្រាស់របស់ដែលមាននៅក្នុង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people.js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បានដោយតែអ្វីដែលគេ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export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ឲ្យយើងប្រើ។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Modules &amp; Require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2;p34">
            <a:extLst>
              <a:ext uri="{FF2B5EF4-FFF2-40B4-BE49-F238E27FC236}">
                <a16:creationId xmlns:a16="http://schemas.microsoft.com/office/drawing/2014/main" id="{4135EA5B-7034-5D4B-6053-956727C867B1}"/>
              </a:ext>
            </a:extLst>
          </p:cNvPr>
          <p:cNvSpPr txBox="1">
            <a:spLocks/>
          </p:cNvSpPr>
          <p:nvPr/>
        </p:nvSpPr>
        <p:spPr>
          <a:xfrm>
            <a:off x="4945708" y="815588"/>
            <a:ext cx="3199047" cy="87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Require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– function to use module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Module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– info about current module (file)</a:t>
            </a:r>
          </a:p>
        </p:txBody>
      </p:sp>
      <p:sp>
        <p:nvSpPr>
          <p:cNvPr id="10" name="Google Shape;222;p34">
            <a:extLst>
              <a:ext uri="{FF2B5EF4-FFF2-40B4-BE49-F238E27FC236}">
                <a16:creationId xmlns:a16="http://schemas.microsoft.com/office/drawing/2014/main" id="{B1649158-C9F0-7CFB-4097-345AD5977CC6}"/>
              </a:ext>
            </a:extLst>
          </p:cNvPr>
          <p:cNvSpPr txBox="1">
            <a:spLocks/>
          </p:cNvSpPr>
          <p:nvPr/>
        </p:nvSpPr>
        <p:spPr>
          <a:xfrm>
            <a:off x="562575" y="4369177"/>
            <a:ext cx="4058286" cy="87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r>
              <a:rPr lang="en-US" sz="1000" b="1" dirty="0">
                <a:solidFill>
                  <a:srgbClr val="FF0000"/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Note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: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នេះជាវិធីសាស្រ្តក្នុងការ​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0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export multi thing 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ចេញពី</a:t>
            </a:r>
            <a:r>
              <a:rPr lang="en-US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</a:t>
            </a:r>
            <a:r>
              <a:rPr lang="km-KH" sz="10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មួយ។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0BCCF4-79C8-44C0-27CF-D16DAC1EC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528" y="1837504"/>
            <a:ext cx="3371414" cy="10551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C64606-2C61-1DE3-0DFB-A785F9C49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528" y="3078252"/>
            <a:ext cx="3371414" cy="114705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F13473D-F1DD-C1AE-CB10-52C8F3EB2212}"/>
              </a:ext>
            </a:extLst>
          </p:cNvPr>
          <p:cNvSpPr txBox="1"/>
          <p:nvPr/>
        </p:nvSpPr>
        <p:spPr>
          <a:xfrm>
            <a:off x="7639861" y="2235637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85B0A-4FC7-5F66-125A-08AFEE71BBBB}"/>
              </a:ext>
            </a:extLst>
          </p:cNvPr>
          <p:cNvSpPr txBox="1"/>
          <p:nvPr/>
        </p:nvSpPr>
        <p:spPr>
          <a:xfrm>
            <a:off x="7639861" y="3581199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5414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197043"/>
            <a:ext cx="3763284" cy="105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ក្នុងនោះក្រៅពី​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module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ដែលយើងបង្កើតហៅមកប្រើ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node.js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ក៍បានផ្តល់នៅ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build-in modules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មួយចំនួនផងដែរ ដែលយើងអាចយកប្រើប្រាស់បាន។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Modules &amp; Require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5DA02F-36D2-D58B-9375-C23251E89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518" y="2228657"/>
            <a:ext cx="2828925" cy="10096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22;p34">
            <a:extLst>
              <a:ext uri="{FF2B5EF4-FFF2-40B4-BE49-F238E27FC236}">
                <a16:creationId xmlns:a16="http://schemas.microsoft.com/office/drawing/2014/main" id="{BBCFF3EA-9581-1212-8422-9EE80B9B2998}"/>
              </a:ext>
            </a:extLst>
          </p:cNvPr>
          <p:cNvSpPr txBox="1">
            <a:spLocks/>
          </p:cNvSpPr>
          <p:nvPr/>
        </p:nvSpPr>
        <p:spPr>
          <a:xfrm>
            <a:off x="592339" y="3290609"/>
            <a:ext cx="3763284" cy="105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os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module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មាន​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method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ជាច្រើនដែលយើងអាចយកប្រើផងដែរ ដែលមានដូចជា​​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platform(),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homedir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() </a:t>
            </a:r>
            <a:r>
              <a:rPr lang="en-US" sz="1200" dirty="0" err="1">
                <a:latin typeface="Khmer OS System" panose="02000500000000020004" pitchFamily="2" charset="0"/>
                <a:cs typeface="Khmer OS System" panose="02000500000000020004" pitchFamily="2" charset="0"/>
              </a:rPr>
              <a:t>etc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11B11A-9580-D96E-54C6-C01272B23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710" y="1106303"/>
            <a:ext cx="3371359" cy="14768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D57CD5-986E-7220-A78A-B361FF277F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7732" y="2718424"/>
            <a:ext cx="2889196" cy="18182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4007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File System</a:t>
            </a:r>
          </a:p>
        </p:txBody>
      </p:sp>
    </p:spTree>
    <p:extLst>
      <p:ext uri="{BB962C8B-B14F-4D97-AF65-F5344CB8AC3E}">
        <p14:creationId xmlns:p14="http://schemas.microsoft.com/office/powerpoint/2010/main" val="1967958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641199" y="1197043"/>
            <a:ext cx="3763284" cy="105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យើងអាចប្រើប្រាស់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system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core module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អាចធ្វើការដូចជា 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read files, create files and delete files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មុនដំបូង ដើម្បីអាចប្រើប្រាស់​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module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ហៅវាមកជាមុនសិន។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File system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F42D8-B8FE-868D-D3C0-462C2C2F1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592" y="2996695"/>
            <a:ext cx="2995647" cy="12874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22;p34">
            <a:extLst>
              <a:ext uri="{FF2B5EF4-FFF2-40B4-BE49-F238E27FC236}">
                <a16:creationId xmlns:a16="http://schemas.microsoft.com/office/drawing/2014/main" id="{B3805CA7-2B5D-452B-E6EB-00C42913D700}"/>
              </a:ext>
            </a:extLst>
          </p:cNvPr>
          <p:cNvSpPr txBox="1">
            <a:spLocks/>
          </p:cNvSpPr>
          <p:nvPr/>
        </p:nvSpPr>
        <p:spPr>
          <a:xfrm>
            <a:off x="4892559" y="836991"/>
            <a:ext cx="3763284" cy="789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Read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ជាដំបូងយើងត្រូវបង្កើត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file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ជាមុនសិនដែលមាន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extension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‘</a:t>
            </a:r>
            <a:r>
              <a:rPr lang="en-US" sz="1200" b="1" dirty="0">
                <a:latin typeface="Khmer OS System" panose="02000500000000020004" pitchFamily="2" charset="0"/>
                <a:cs typeface="Khmer OS System" panose="02000500000000020004" pitchFamily="2" charset="0"/>
              </a:rPr>
              <a:t>.txt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’ </a:t>
            </a: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8B8574-152F-45F7-FA22-AB7D55D3D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336" y="1556576"/>
            <a:ext cx="3272074" cy="12598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222;p34">
            <a:extLst>
              <a:ext uri="{FF2B5EF4-FFF2-40B4-BE49-F238E27FC236}">
                <a16:creationId xmlns:a16="http://schemas.microsoft.com/office/drawing/2014/main" id="{B1136825-5BBC-E5A0-77BB-F0F6209F1C00}"/>
              </a:ext>
            </a:extLst>
          </p:cNvPr>
          <p:cNvSpPr txBox="1">
            <a:spLocks/>
          </p:cNvSpPr>
          <p:nvPr/>
        </p:nvSpPr>
        <p:spPr>
          <a:xfrm>
            <a:off x="4885579" y="2816412"/>
            <a:ext cx="3763284" cy="789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Write file </a:t>
            </a: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9FBD94-1731-D75E-6A73-CDC59F1526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039" y="3253092"/>
            <a:ext cx="3278372" cy="9419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443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673913" y="3191248"/>
            <a:ext cx="3763284" cy="105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យើងក៍អាចប្រើប្រាស់វាមួយ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directories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ផងដែរ ដោយយើងនឹងបង្កើត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directory (Folder)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តាមរយៈ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File system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22;p34">
            <a:extLst>
              <a:ext uri="{FF2B5EF4-FFF2-40B4-BE49-F238E27FC236}">
                <a16:creationId xmlns:a16="http://schemas.microsoft.com/office/drawing/2014/main" id="{B3805CA7-2B5D-452B-E6EB-00C42913D700}"/>
              </a:ext>
            </a:extLst>
          </p:cNvPr>
          <p:cNvSpPr txBox="1">
            <a:spLocks/>
          </p:cNvSpPr>
          <p:nvPr/>
        </p:nvSpPr>
        <p:spPr>
          <a:xfrm>
            <a:off x="4921597" y="2700687"/>
            <a:ext cx="3763284" cy="789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Delete Directories</a:t>
            </a: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F79496-863C-CADC-7C34-D8554274C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159" y="1364522"/>
            <a:ext cx="2910354" cy="131464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D126B-99F8-B10F-D6CD-6B3B01BDF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120" y="3164391"/>
            <a:ext cx="2848393" cy="14241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Google Shape;222;p34">
            <a:extLst>
              <a:ext uri="{FF2B5EF4-FFF2-40B4-BE49-F238E27FC236}">
                <a16:creationId xmlns:a16="http://schemas.microsoft.com/office/drawing/2014/main" id="{945A9C6F-6500-3930-EF1E-7FF5B5989493}"/>
              </a:ext>
            </a:extLst>
          </p:cNvPr>
          <p:cNvSpPr txBox="1">
            <a:spLocks/>
          </p:cNvSpPr>
          <p:nvPr/>
        </p:nvSpPr>
        <p:spPr>
          <a:xfrm>
            <a:off x="4886100" y="863522"/>
            <a:ext cx="3763284" cy="789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Create Directories</a:t>
            </a: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29" name="Google Shape;222;p34">
            <a:extLst>
              <a:ext uri="{FF2B5EF4-FFF2-40B4-BE49-F238E27FC236}">
                <a16:creationId xmlns:a16="http://schemas.microsoft.com/office/drawing/2014/main" id="{82FC0937-EDF8-E6B0-E9C8-ED9F52C6C71C}"/>
              </a:ext>
            </a:extLst>
          </p:cNvPr>
          <p:cNvSpPr txBox="1">
            <a:spLocks/>
          </p:cNvSpPr>
          <p:nvPr/>
        </p:nvSpPr>
        <p:spPr>
          <a:xfrm>
            <a:off x="673913" y="1258214"/>
            <a:ext cx="3763284" cy="789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Delete file </a:t>
            </a: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222CE3D-7C3B-D419-A91C-B2CEB28CD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79" y="1729686"/>
            <a:ext cx="3509209" cy="14004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361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sp>
        <p:nvSpPr>
          <p:cNvPr id="630" name="Google Shape;630;p72"/>
          <p:cNvSpPr/>
          <p:nvPr/>
        </p:nvSpPr>
        <p:spPr>
          <a:xfrm rot="785759">
            <a:off x="6437509" y="1397553"/>
            <a:ext cx="1699276" cy="74075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839</Words>
  <Application>Microsoft Office PowerPoint</Application>
  <PresentationFormat>On-screen Show (16:9)</PresentationFormat>
  <Paragraphs>61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Khmer OS System</vt:lpstr>
      <vt:lpstr>Roboto Mono Medium</vt:lpstr>
      <vt:lpstr>Arial</vt:lpstr>
      <vt:lpstr>Concert One</vt:lpstr>
      <vt:lpstr>Coming Soon</vt:lpstr>
      <vt:lpstr>Anonymous Pro</vt:lpstr>
      <vt:lpstr>Notebook Lesson by Slidesgo</vt:lpstr>
      <vt:lpstr>Node.js  Basic Node.js</vt:lpstr>
      <vt:lpstr>01</vt:lpstr>
      <vt:lpstr>Node Basics</vt:lpstr>
      <vt:lpstr>02</vt:lpstr>
      <vt:lpstr>PowerPoint Presentation</vt:lpstr>
      <vt:lpstr>PowerPoint Presentation</vt:lpstr>
      <vt:lpstr>PowerPoint Presentation</vt:lpstr>
      <vt:lpstr>PowerPoint Presentation</vt:lpstr>
      <vt:lpstr>03</vt:lpstr>
      <vt:lpstr>Modules &amp; Require</vt:lpstr>
      <vt:lpstr>Modules &amp; Require</vt:lpstr>
      <vt:lpstr>Modules &amp; Require</vt:lpstr>
      <vt:lpstr>Modules &amp; Require</vt:lpstr>
      <vt:lpstr>03</vt:lpstr>
      <vt:lpstr>File system</vt:lpstr>
      <vt:lpstr>File system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cp:lastModifiedBy>Neananith</cp:lastModifiedBy>
  <cp:revision>17</cp:revision>
  <dcterms:modified xsi:type="dcterms:W3CDTF">2026-03-01T17:24:16Z</dcterms:modified>
</cp:coreProperties>
</file>